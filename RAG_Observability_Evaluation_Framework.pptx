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🔍 RAG System Observability</a:t>
            </a:r>
            <a:br/>
            <a:r>
              <a:t>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BBDEFB"/>
                </a:solidFill>
              </a:defRPr>
            </a:pPr>
            <a:r>
              <a:t>Continuous Validation with CI/CD Integration</a:t>
            </a:r>
            <a:br/>
            <a:r>
              <a:t>Using DeepEval, RAGAS &amp; Kerb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 Observability &amp;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🎯 Key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Ensure RAG system quality through automated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Monitor performance with SLIs/SLOs (Service Level Indicators/Objectives)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Integrate quality gates into CI/CD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Track cost, latency, and response quality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5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🛠️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DeepEval: Comprehensive LLM evaluation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5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RAGAS Metrics: Specialized RAG evaluation (precision, recall, faithfulness)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Kerb: CI/CD orchestration for ML/AI pipelines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59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Traces: End-to-end request tracking and debugging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📏 RAGAS Metrics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🔧 Core Metrics from DeepEval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✅ Contextual Precision: Relevance of retrieved context to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✅ Contextual Recall: Coverage of relevant information in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✅ Answer Relevancy: How well answer addresses 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✅ Faithfulness: Answer grounding in retrieved context (no hallucinations)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5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✅ Bias Detection: Identify potential biases in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💻 Code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5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from deepeval.metrics.ragas import 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1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RAGASContextualPrecisionMetric,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03903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RAGASContextualRecallMetric,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51375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RAGASAnswerRelevancyMetric,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98847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RAGASFaithfulnessMetric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1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1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from deepeval.metrics import BiasMetric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🧪 LLM Test Case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📝 Test Case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from deepeval.test_case import LLMTestCase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from deepeval import evaluate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0824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368296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test_case = LLMTestCase(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input="What is retrieval-augmented generation?",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actual_output=model_response,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1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expected_output=ground_truth,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58183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context=retrieved_documents,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05655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retrieval_context=all_available_docs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53127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59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⚡ Metric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7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metrics = [contextual_precision, contextual_recall,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1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      answer_relevancy, faithfulness, bias]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07023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evaluate(test_cases=[test_case], metrics=metrics)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🔄 CI/CD Pipeline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🚀 Continuous Validation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1. Code Commit → Trigger automated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2. Run DeepEval metrics on test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3. Check against SLO thresholds (e.g., Faithfulness &gt; 0.85)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4. Quality Gate: Pass/Fail based 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5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5. Deploy only if all gates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📊 Example SLO Thresholds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5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Contextual Precision ≥ 0.80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Faithfulness ≥ 0.85 (critical: no hallucinations)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59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Answer Relevancy ≥ 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Latency (p95) ≤ 2000ms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Cost per request ≤ $0.05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⚙️ Kerb: CI/CD for RAG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🏗️ Kerb Framework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Specialized for Large-Scale Distributed RAG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Orchestration of complex evaluation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Integration with monitoring tools (Prometheus, Grafana)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Automated rollback on metric degradation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5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📚 Reference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Source: APXML Large-Scale Distributed RAG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5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Chapter 5: Orchestration &amp; Operationalization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Topic: CI/CD Pipelines for RAG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59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URL: apxml.com/courses/large-scale-distributed-rag/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      chapter-5-orchestration-operationalization-large-scale-rag/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      ci-cd-pipelines-rag-systems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🔍 Traces &amp; Real-Time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📈 Observability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End-to-End Traces: Track request flow from query to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Span Analysis: Measure retrieval, LLM inference, post-processing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Cost Tracking: Monitor token usage and API costs per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Error Logging: Capture failures, timeouts, and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5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⚡ Key Metrics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Request Rate (req/sec)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5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Average Latency (p50, p95, p99)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Quality Score Trends (Faithfulness over 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59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Cost per 1K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• Error Rate &amp;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End-to-End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📦 Complete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# 1. Initialize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73352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contextual_precision = RAGASContextualPrecisionMetric()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0824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contextual_recall = RAGASContextualRecallMetric()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68296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answer_relevancy = RAGASAnswerRelevancyMetric()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faithfulness = RAGASFaithfulnessMetric()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bias = BiasMetric()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1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758183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# 2. Create Test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05655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test_cases = [LLMTestCase(...) for query in test_queries]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53127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480059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# 3. Run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48071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results = evaluate(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95543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test_cases=test_cases,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43015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metrics=[contextual_precision, contextual_recall,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90487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             answer_relevancy, faithfulness, bias]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53795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6400"/>
                </a:solidFill>
                <a:latin typeface="Courier New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✅ Best Practices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🎯 Evaluation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Test Dataset: Maintain diverse, representative test set (100+ examples)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Regular Updates: Refresh test cases with production edge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Balanced Metrics: Don't optimize single metric at expense of 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Human-in-Loop: Periodically validate automated 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5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⚠️ Common Pitfalls to Avoid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❌ Overfitting to 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5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❌ Ignoring cost/latency trade-offs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7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❌ Not monitoring production metrics post-deployment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599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❌ Setting overly strict SLOs that block valid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🎯 Summary &amp;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2196F3"/>
                </a:solidFill>
              </a:defRPr>
            </a:pPr>
            <a:r>
              <a:t>✅ KEY TAKEAWAYS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DeepEval + RAGAS provide comprehensive RAG evaluation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5 critical metrics: Precision, Recall, Relevancy, Faithfulness, Bias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CI/CD integration ensures continuous quality validation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SLIs/SLOs enable data-driven performance gates</a:t>
            </a:r>
          </a:p>
          <a:p>
            <a:pPr>
              <a:defRPr sz="1400" b="1">
                <a:solidFill>
                  <a:srgbClr val="2196F3"/>
                </a:solidFill>
              </a:defRPr>
            </a:pPr>
            <a:r>
              <a:t>🔧 IMPLEMENTATION STEPS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1. Set up DeepEval with RAGAS metrics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2. Create representative test dataset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3. Define SLO thresholds for each metric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4. Integrate with CI/CD (Kerb framework)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5. Set up dashboards for real-time monitoring</a:t>
            </a:r>
          </a:p>
          <a:p>
            <a:pPr>
              <a:defRPr sz="1400" b="1">
                <a:solidFill>
                  <a:srgbClr val="2196F3"/>
                </a:solidFill>
              </a:defRPr>
            </a:pPr>
            <a:r>
              <a:t>📚 RESOURCES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DeepEval Docs: docs.confident-ai.com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RAGAS Framework: docs.ragas.io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APXML RAG Course: apxml.com/courses/large-scale-distributed-rag</a:t>
            </a:r>
          </a:p>
          <a:p>
            <a:pPr lvl="1">
              <a:defRPr sz="1100">
                <a:solidFill>
                  <a:srgbClr val="212121"/>
                </a:solidFill>
              </a:defRPr>
            </a:pPr>
            <a:r>
              <a:t>Kerb Documentation: [Framework-specific docs]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