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 Pegging Map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7C00"/>
                </a:solidFill>
              </a:rPr>
              <a:t>Hierarchical BOM Mapping with Resource Allocation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50 Market SKUs | 6 Product Families | 3-Level Hierarchy | Resource Integration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Solution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Multiple product families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Complex hierarchies (1-3 levels)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50 market SKUs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Resource allocation needed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• Manual tracking error-prone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✓ Automated pegging per SKU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✓ Complete hierarchy mapping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✓ Resource integration (DP Lines)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✓ 19-column comprehensive BOM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✓ 50 individual sheets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Six Product Families</a:t>
            </a:r>
            <a:endParaRPr lang="en-US" sz="4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/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Family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SKU Count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Assembly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Filling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Glargine mCB DLP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3-Level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700003964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700001012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Glargine sMCB DLP EU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2-Level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700004129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700004130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Glargine Vial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700001123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700001123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Aspart DLP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2-Level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700002770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700001301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Aspart Vial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700001318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700001318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RHI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700000536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700000536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3-Level Hierarchy: Glargine mCB DLP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809848" y="1188720"/>
            <a:ext cx="45720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09848" y="1188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700001470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Root (FG)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67248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788"/>
                </a:solidFill>
              </a:rPr>
              <a:t>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09848" y="2103120"/>
            <a:ext cx="45720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09848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700001012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SFG Assembly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67248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788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809848" y="3017520"/>
            <a:ext cx="45720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9848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700003964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23 Market SKUs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67248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788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09848" y="3931920"/>
            <a:ext cx="45720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9848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800004403, ...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Individual Materials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Data Sources &amp; Integration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DP Shortage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Product Headers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Material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Batch Sizes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QTY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Models &amp; Sections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Lead Times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097280"/>
            <a:ext cx="36576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ParkourSC SNP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SKU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Country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Pack 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Adv Market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EM Market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097280"/>
            <a:ext cx="36576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DP Line Utilization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173736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Resource_ID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Resource_Description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Product 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✓ Production Lines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Per-SKU Sheet Structure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Example: Pegging_800004403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1 - PACKING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800004403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508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Market SKU materials with 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789920" cy="5486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SEPARATOR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Product_ID = "0"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2 - ASSEMBLY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700003964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Assembly materials with resources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10789920" cy="54864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SEPARATOR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Product_ID = "0"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10789920" cy="548640"/>
          </a:xfrm>
          <a:prstGeom prst="rect">
            <a:avLst/>
          </a:prstGeom>
          <a:solidFill>
            <a:srgbClr val="1F478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3 - FILLING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700001012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Filling materials with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Resource Mapping Logic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1. Load DP Line Utilization sheet (ParkourSC_SNP.xlsx)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2. Extract Col B (Resource_ID) + Col C (Resource_Description)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3. Use Col E (Product_ID) as mapping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4. Build Dictionary: {Product_ID: {Resource_ID, Resource_Description}}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5. Look up Product_ID in dictionary for each material row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6. Assign Resource_ID and Resource_Description (or N/A if not found)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19 Output Columns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Product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BOM_Type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BOM_Level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Product_ID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Product_Description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SKU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Country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4864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Material Details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Pack_Size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Material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Material_Description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QTY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Product_Family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Specifications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Common_Unique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Total_Lead_Time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BUoM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Batch_Size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54864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</a:rPr>
              <a:t>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Resource_ID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Resource_Description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Example: Glargine mCB DLP (3-Level)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Hierarchy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700001470 (Root)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700001012 (SFG)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700003964 (SKU)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39319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800004403 (23 SKUs)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Output Details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SKU Count: 23 market SKUs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Sheets Created: 23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Per Sheet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  • L1 Materials (SKU)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  • Separator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  • L2 Materials (Assembly)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  • Separator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  • L3 Materials (Filling)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Resource: MFVFM0012702001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Multi-Level vs. Direct Products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88"/>
                </a:solidFill>
              </a:rPr>
              <a:t>Multi-Level (mCB DLP)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3931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700001470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3931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700001012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3931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0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700003964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3931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788"/>
                </a:solidFill>
              </a:rPr>
              <a:t>Materials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Direct (Glargine Vial)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554480"/>
            <a:ext cx="39319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700001123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057400"/>
            <a:ext cx="39319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057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Same as SKU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560320"/>
            <a:ext cx="39319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560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Same as Filling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063240"/>
            <a:ext cx="39319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Materials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029200" cy="201168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233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✓ Simplified for direct products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✓ 5 SKUs (Glargine Vial)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✓ 2 SKUs (Aspart Vial)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✓ 3 SKUs (RHI)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Key Benefits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Complete Traceability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Each market SKU mapped to complete BOM with materials and resources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Resource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Production lines automatically allocated from DP Line Utilization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Automated 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All 50 SKUs processed consistently without manual mapping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10896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Easy Navigation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Clear hierarchy levels with separators for BOM 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Data Quality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Filtering ensures only valid materials (QTY &gt; 0) included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5120640"/>
            <a:ext cx="5303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Stakeholder 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5669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Professional 50-sheet workbook with complete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Summary &amp; Deliverables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32004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50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Market SKUs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2004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Product Families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1188720"/>
            <a:ext cx="32004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19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41248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Output Columns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0698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Material_pegging_SKU_2_BOM.xlsx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50 Pegging sheets with complete hierarchical BOM mapping and resource allocation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Material_Pegging_Mapping_Logic.xlsx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8 documentation sheets: Hierarchy, Mappings, Data Sources, Resource Logic, Filtering Rules, Examples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Automated material pegging for all product families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Integrated resource allocation from DP Lines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Professional documentation for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7C00"/>
                </a:solidFill>
              </a:rPr>
              <a:t>Next Steps: Validate hierarchy mappings  •  Review resource assignments  •  Implement in production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2025-11-04T05:45:26Z</dcterms:created>
  <dcterms:modified xsi:type="dcterms:W3CDTF">2025-11-04T05:45:26Z</dcterms:modified>
</cp:coreProperties>
</file>